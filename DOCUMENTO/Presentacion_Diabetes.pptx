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Predicción de Diabetes y Análisis de Riesgo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Machine Learning aplicado a salud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Predecir riesgo de diabetes en pacientes</a:t>
            </a:r>
          </a:p>
          <a:p>
            <a:r>
              <a:t>Identificar patrones en datos médicos</a:t>
            </a:r>
          </a:p>
          <a:p>
            <a:r>
              <a:t>Apoyar decisiones en salud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diabetes es una enfermedad crónica</a:t>
            </a:r>
          </a:p>
          <a:p>
            <a:r>
              <a:t>Su detección temprana es clave</a:t>
            </a:r>
          </a:p>
          <a:p>
            <a:r>
              <a:t>Reduce complicaciones y costos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Glucosa, IMC, Edad, Presión arterial</a:t>
            </a:r>
          </a:p>
          <a:p>
            <a:r>
              <a:t>Insulina y Embarazos</a:t>
            </a:r>
          </a:p>
          <a:p>
            <a:r>
              <a:t>Dataset clínico de pacientes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Procesamiento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Limpieza de datos</a:t>
            </a:r>
          </a:p>
          <a:p>
            <a:r>
              <a:t>Escalado de variables</a:t>
            </a:r>
          </a:p>
          <a:p>
            <a:r>
              <a:t>Análisis exploratorio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Regresión Logística</a:t>
            </a:r>
          </a:p>
          <a:p>
            <a:r>
              <a:t>KNN</a:t>
            </a:r>
          </a:p>
          <a:p>
            <a:r>
              <a:t>Random Forest (final)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Accuracy: 73%</a:t>
            </a:r>
          </a:p>
          <a:p>
            <a:r>
              <a:t>AUC: 0.74</a:t>
            </a:r>
          </a:p>
          <a:p>
            <a:r>
              <a:t>Variables clave: Glucosa, IMC, Edad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K-Means + PCA</a:t>
            </a:r>
          </a:p>
          <a:p>
            <a:r>
              <a:t>Segmentación de pacientes</a:t>
            </a:r>
          </a:p>
          <a:p>
            <a:r>
              <a:t>Identificación de grupos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Entrada de datos del paciente</a:t>
            </a:r>
          </a:p>
          <a:p>
            <a:r>
              <a:t>Probabilidad de diabetes</a:t>
            </a:r>
          </a:p>
          <a:p>
            <a:r>
              <a:t>Nivel de riesgo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Aplicaciones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Hospitales</a:t>
            </a:r>
          </a:p>
          <a:p>
            <a:r>
              <a:t>Aseguradoras</a:t>
            </a:r>
          </a:p>
          <a:p>
            <a:r>
              <a:t>Salud pública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Modelo predictivo funcional</a:t>
            </a:r>
          </a:p>
          <a:p>
            <a:r>
              <a:t>Apoya decisiones médicas</a:t>
            </a:r>
          </a:p>
          <a:p>
            <a:r>
              <a:t>Transforma datos en valor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